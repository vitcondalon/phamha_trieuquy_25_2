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3" r:id="rId20"/>
  </p:sldIdLst>
  <p:sldSz cx="12192000" cy="6858000"/>
  <p:notesSz cx="6858000" cy="9144000"/>
  <p:defaultTextStyle>
    <a:defPPr>
      <a:defRPr lang="vi-V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643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6ECD92-76B2-4129-947D-1840E4F708D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656AC1B-408E-4C69-A7A5-4C3B1A97384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C38414-7972-4631-92AF-6147281C46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B9B0-AE2B-43C1-8062-5EB2567CD5FE}" type="datetimeFigureOut">
              <a:rPr lang="vi-VN" smtClean="0"/>
              <a:t>06/02/2026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EE4488-6834-49D3-8A03-136F68317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68805FA-F2AF-4FFE-922D-426B8C0990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5D1A-F6E4-4D68-855D-DA16365D87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7615652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7DE166-95DD-4F98-A17C-41DF313299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112FAB-E3B8-4516-8AB0-B4F7A2134C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6580BC-C4E1-4566-AB64-7EE8FEF9F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B9B0-AE2B-43C1-8062-5EB2567CD5FE}" type="datetimeFigureOut">
              <a:rPr lang="vi-VN" smtClean="0"/>
              <a:t>06/02/2026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5F45C09-5089-4147-BD99-03C3829E10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720CCAD-634E-41D4-AA0D-AA9FAE521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5D1A-F6E4-4D68-855D-DA16365D87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660007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D9F4E9-B70E-4E93-ADF2-87B6BFA6BA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8AC2AD8-6A38-484F-A296-CE5B1AC6B54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31F6A3-BACF-4A43-87ED-A68F82B80EF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B9B0-AE2B-43C1-8062-5EB2567CD5FE}" type="datetimeFigureOut">
              <a:rPr lang="vi-VN" smtClean="0"/>
              <a:t>06/02/2026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724909A-7F58-4E98-9F0B-89DAE6FDCC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A77830-1674-4CBE-A1C9-CDB28F1AE4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5D1A-F6E4-4D68-855D-DA16365D87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26174146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40034D-4E29-4516-8660-001799AC5C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7798F6-888C-4E39-A79A-74E961CFA3D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055F90F-6A47-45FE-B699-53D7F7F30D9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E4CCD9A-D42A-4B40-9314-34750DBF4D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B9B0-AE2B-43C1-8062-5EB2567CD5FE}" type="datetimeFigureOut">
              <a:rPr lang="vi-VN" smtClean="0"/>
              <a:t>06/02/2026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367FF12-5FE0-4348-80E8-9796C4BFE54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FA5991-1B45-4054-9184-92C07DF8D2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5D1A-F6E4-4D68-855D-DA16365D87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1268146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055BC6-A843-4C01-83B1-8682064B86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425FE22-C19E-408D-8C84-775AA2A856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2DABE-D4D6-45C3-A586-9F4FDFE913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2E25491-76FE-42F3-BA48-14C451E1146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896D1C5-ECDE-4EC5-AD8F-D37190D460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2FAEF6C-7C15-42F8-B230-00F3C44504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B9B0-AE2B-43C1-8062-5EB2567CD5FE}" type="datetimeFigureOut">
              <a:rPr lang="vi-VN" smtClean="0"/>
              <a:t>06/02/2026</a:t>
            </a:fld>
            <a:endParaRPr lang="vi-V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FBD8DA-9C87-4E26-84AC-46A98BD9D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77B3E71-8472-44C9-A05D-4EE3D36E6F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5D1A-F6E4-4D68-855D-DA16365D87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0726781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0DE05-8DAC-4C53-9444-8561957302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57E39D-5C5C-4223-B2C3-569A0FDB67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B9B0-AE2B-43C1-8062-5EB2567CD5FE}" type="datetimeFigureOut">
              <a:rPr lang="vi-VN" smtClean="0"/>
              <a:t>06/02/2026</a:t>
            </a:fld>
            <a:endParaRPr lang="vi-V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B21A902-1939-4785-BCC8-7805EABA8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8EFCF5D-2B7D-4966-A388-4A105F08D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5D1A-F6E4-4D68-855D-DA16365D87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3982182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860A891-0B49-4C5F-8DEC-D9817ED4BC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B9B0-AE2B-43C1-8062-5EB2567CD5FE}" type="datetimeFigureOut">
              <a:rPr lang="vi-VN" smtClean="0"/>
              <a:t>06/02/2026</a:t>
            </a:fld>
            <a:endParaRPr lang="vi-V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44C432F-E568-4F4C-8489-0AA8B6FFFA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60973B1-49A7-456A-846D-ABD5EF381F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5D1A-F6E4-4D68-855D-DA16365D87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214608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88F9B-7588-4C09-A6CF-559E7B6321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0039B3-D731-4EE8-9222-93D59F67FE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C64AB9-1497-4C24-BCF8-A37A48BBD1C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49B382A-5DEB-45B7-8E77-B94A0D6518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B9B0-AE2B-43C1-8062-5EB2567CD5FE}" type="datetimeFigureOut">
              <a:rPr lang="vi-VN" smtClean="0"/>
              <a:t>06/02/2026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93D3075-C35F-4B03-9892-C3720ED1BA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E6A93D-51DD-4164-8219-0D1193A61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5D1A-F6E4-4D68-855D-DA16365D87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543983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FD18C3-9C91-4710-8467-419BB8FE4B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78921E9-0481-43D0-997E-A37F27E8BC1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vi-V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84ED8C-133F-403E-950F-C58DD482E8F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C7D5BDD-894D-4BD2-9869-9C320636BF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B9B0-AE2B-43C1-8062-5EB2567CD5FE}" type="datetimeFigureOut">
              <a:rPr lang="vi-VN" smtClean="0"/>
              <a:t>06/02/2026</a:t>
            </a:fld>
            <a:endParaRPr lang="vi-V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E1DADA-13D6-461F-A26A-F682AA75F5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9727087-D3C5-4F2E-8452-09154E882A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5D1A-F6E4-4D68-855D-DA16365D87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12704834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C8F854-7960-434B-B57D-22E02457F7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630ED54-5ABA-407D-990A-4C45BD475D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E91FCA-D321-4DD7-9376-78090D650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B9B0-AE2B-43C1-8062-5EB2567CD5FE}" type="datetimeFigureOut">
              <a:rPr lang="vi-VN" smtClean="0"/>
              <a:t>06/02/2026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F00695-64F3-4897-9332-2FECBA81E1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7430E5-58C1-4A2B-B046-F8B4D6D7C2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5D1A-F6E4-4D68-855D-DA16365D87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5662651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B761772-564D-46A0-8FEB-35423F1289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2B130FE-3580-46AD-A4B6-F1A6EE34E2D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3E5C2-2730-4BBA-BB3B-7A4013A737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DB9B0-AE2B-43C1-8062-5EB2567CD5FE}" type="datetimeFigureOut">
              <a:rPr lang="vi-VN" smtClean="0"/>
              <a:t>06/02/2026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45C810-7E81-400E-AD97-27BC1400B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A14515-6617-43D1-8AC0-E9CE6B2E79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F235D1A-F6E4-4D68-855D-DA16365D87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2798341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041FD1-D682-4C70-9896-D80DF7207A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vi-V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CA7263-6AEE-4B8E-8A48-865C8F681E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vi-V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0811A9-7197-476D-8C37-D407FC6B1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BDB9B0-AE2B-43C1-8062-5EB2567CD5FE}" type="datetimeFigureOut">
              <a:rPr lang="vi-VN" smtClean="0"/>
              <a:t>06/02/2026</a:t>
            </a:fld>
            <a:endParaRPr lang="vi-V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9ACBEF-F6DE-498D-891B-D6330878D0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vi-V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595D12-9E4D-414B-ACAA-A1D968C31A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F235D1A-F6E4-4D68-855D-DA16365D8716}" type="slidenum">
              <a:rPr lang="vi-VN" smtClean="0"/>
              <a:t>‹#›</a:t>
            </a:fld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34481978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vi-V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4564D7-DFE2-41F8-94A1-B0D5D338ACA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vi-V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DA3B05-CF73-45E4-9C35-B22E28652CB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9E62A67-3E53-4E81-9A3E-C9326AE59D1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044" y="61442"/>
            <a:ext cx="11907912" cy="67351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40979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9" name="Content Placeholder 5">
            <a:extLst>
              <a:ext uri="{FF2B5EF4-FFF2-40B4-BE49-F238E27FC236}">
                <a16:creationId xmlns:a16="http://schemas.microsoft.com/office/drawing/2014/main" id="{4F23481C-CB40-4F4E-B7CF-1CB8E9B36F6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98364"/>
          </a:xfr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E9BBF6E6-9100-4304-9FA5-B7E269D937F6}"/>
              </a:ext>
            </a:extLst>
          </p:cNvPr>
          <p:cNvSpPr/>
          <p:nvPr/>
        </p:nvSpPr>
        <p:spPr>
          <a:xfrm>
            <a:off x="2892489" y="1343608"/>
            <a:ext cx="1455576" cy="533711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vi-VN"/>
          </a:p>
        </p:txBody>
      </p:sp>
    </p:spTree>
    <p:extLst>
      <p:ext uri="{BB962C8B-B14F-4D97-AF65-F5344CB8AC3E}">
        <p14:creationId xmlns:p14="http://schemas.microsoft.com/office/powerpoint/2010/main" val="6904468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xit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randombar(horizontal)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 dirty="0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7152BA2-C351-4BD4-8B9A-D74313EE657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902609"/>
          </a:xfrm>
        </p:spPr>
      </p:pic>
    </p:spTree>
    <p:extLst>
      <p:ext uri="{BB962C8B-B14F-4D97-AF65-F5344CB8AC3E}">
        <p14:creationId xmlns:p14="http://schemas.microsoft.com/office/powerpoint/2010/main" val="158816056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ADF7ADF-59BF-41F5-B743-DC92F781910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84319"/>
          </a:xfrm>
        </p:spPr>
      </p:pic>
    </p:spTree>
    <p:extLst>
      <p:ext uri="{BB962C8B-B14F-4D97-AF65-F5344CB8AC3E}">
        <p14:creationId xmlns:p14="http://schemas.microsoft.com/office/powerpoint/2010/main" val="8901778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F4250CC8-9F36-462B-ABB7-B23C9F5811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1314"/>
          </a:xfrm>
        </p:spPr>
      </p:pic>
    </p:spTree>
    <p:extLst>
      <p:ext uri="{BB962C8B-B14F-4D97-AF65-F5344CB8AC3E}">
        <p14:creationId xmlns:p14="http://schemas.microsoft.com/office/powerpoint/2010/main" val="35404132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1DFF7C9-3DBE-40B7-B19D-AE9D9886279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9705"/>
          </a:xfrm>
        </p:spPr>
      </p:pic>
    </p:spTree>
    <p:extLst>
      <p:ext uri="{BB962C8B-B14F-4D97-AF65-F5344CB8AC3E}">
        <p14:creationId xmlns:p14="http://schemas.microsoft.com/office/powerpoint/2010/main" val="231213955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BAD50A6C-2C69-4AC4-8B95-3CE84986F47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7770"/>
          </a:xfrm>
        </p:spPr>
      </p:pic>
    </p:spTree>
    <p:extLst>
      <p:ext uri="{BB962C8B-B14F-4D97-AF65-F5344CB8AC3E}">
        <p14:creationId xmlns:p14="http://schemas.microsoft.com/office/powerpoint/2010/main" val="6546597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9ADDA26-CF83-4403-A764-A04C01C202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8794"/>
          </a:xfrm>
        </p:spPr>
      </p:pic>
    </p:spTree>
    <p:extLst>
      <p:ext uri="{BB962C8B-B14F-4D97-AF65-F5344CB8AC3E}">
        <p14:creationId xmlns:p14="http://schemas.microsoft.com/office/powerpoint/2010/main" val="93126459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811763"/>
            <a:ext cx="10515600" cy="878925"/>
          </a:xfrm>
        </p:spPr>
        <p:txBody>
          <a:bodyPr>
            <a:normAutofit/>
          </a:bodyPr>
          <a:lstStyle/>
          <a:p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Bảng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2.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Những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nội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dung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chính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của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sản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phẩm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="1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thứ</a:t>
            </a:r>
            <a:r>
              <a:rPr lang="en-US" sz="36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2</a:t>
            </a:r>
            <a:endParaRPr lang="vi-VN" sz="3600" b="1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887B7820-7EDF-483B-8EEA-DB22DFEB0F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3889" b="-8009"/>
          <a:stretch/>
        </p:blipFill>
        <p:spPr>
          <a:xfrm>
            <a:off x="0" y="1690688"/>
            <a:ext cx="12192000" cy="5094514"/>
          </a:xfrm>
        </p:spPr>
      </p:pic>
    </p:spTree>
    <p:extLst>
      <p:ext uri="{BB962C8B-B14F-4D97-AF65-F5344CB8AC3E}">
        <p14:creationId xmlns:p14="http://schemas.microsoft.com/office/powerpoint/2010/main" val="428500869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3376DBCE-E466-488A-9D2B-BA30F04C664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1681"/>
          </a:xfrm>
        </p:spPr>
      </p:pic>
    </p:spTree>
    <p:extLst>
      <p:ext uri="{BB962C8B-B14F-4D97-AF65-F5344CB8AC3E}">
        <p14:creationId xmlns:p14="http://schemas.microsoft.com/office/powerpoint/2010/main" val="377843503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0B633AE5-29DE-4835-9B48-9C5BBBBBC1D8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8296"/>
          </a:xfrm>
        </p:spPr>
      </p:pic>
    </p:spTree>
    <p:extLst>
      <p:ext uri="{BB962C8B-B14F-4D97-AF65-F5344CB8AC3E}">
        <p14:creationId xmlns:p14="http://schemas.microsoft.com/office/powerpoint/2010/main" val="35230287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15DB1ABA-D05D-4BC0-B075-59725D6239F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60451"/>
          </a:xfrm>
        </p:spPr>
      </p:pic>
    </p:spTree>
    <p:extLst>
      <p:ext uri="{BB962C8B-B14F-4D97-AF65-F5344CB8AC3E}">
        <p14:creationId xmlns:p14="http://schemas.microsoft.com/office/powerpoint/2010/main" val="152575073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9EA297A-9F25-443A-9E0D-4ABFEBEDD6A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7210"/>
          </a:xfrm>
        </p:spPr>
      </p:pic>
    </p:spTree>
    <p:extLst>
      <p:ext uri="{BB962C8B-B14F-4D97-AF65-F5344CB8AC3E}">
        <p14:creationId xmlns:p14="http://schemas.microsoft.com/office/powerpoint/2010/main" val="225700657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F5C49A-3BD2-4E43-AEF6-7CFB4FF1AB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745978"/>
          </a:xfrm>
        </p:spPr>
      </p:pic>
    </p:spTree>
    <p:extLst>
      <p:ext uri="{BB962C8B-B14F-4D97-AF65-F5344CB8AC3E}">
        <p14:creationId xmlns:p14="http://schemas.microsoft.com/office/powerpoint/2010/main" val="216455149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D5305F6-D9B8-4EFA-88B4-9A94DF587E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97585"/>
          </a:xfrm>
        </p:spPr>
      </p:pic>
    </p:spTree>
    <p:extLst>
      <p:ext uri="{BB962C8B-B14F-4D97-AF65-F5344CB8AC3E}">
        <p14:creationId xmlns:p14="http://schemas.microsoft.com/office/powerpoint/2010/main" val="4156077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467F4E56-3FF3-485C-81DC-FF4DCA2EFE5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699225"/>
          </a:xfrm>
        </p:spPr>
      </p:pic>
    </p:spTree>
    <p:extLst>
      <p:ext uri="{BB962C8B-B14F-4D97-AF65-F5344CB8AC3E}">
        <p14:creationId xmlns:p14="http://schemas.microsoft.com/office/powerpoint/2010/main" val="18594020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DE1642F4-58FC-4F1B-A1BE-7C11BA8669D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7210"/>
          </a:xfrm>
        </p:spPr>
      </p:pic>
    </p:spTree>
    <p:extLst>
      <p:ext uri="{BB962C8B-B14F-4D97-AF65-F5344CB8AC3E}">
        <p14:creationId xmlns:p14="http://schemas.microsoft.com/office/powerpoint/2010/main" val="28790258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10" name="Content Placeholder 9">
            <a:extLst>
              <a:ext uri="{FF2B5EF4-FFF2-40B4-BE49-F238E27FC236}">
                <a16:creationId xmlns:a16="http://schemas.microsoft.com/office/drawing/2014/main" id="{F5678ED4-8064-4651-BFD7-44B67AB36C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87308"/>
          </a:xfrm>
        </p:spPr>
      </p:pic>
    </p:spTree>
    <p:extLst>
      <p:ext uri="{BB962C8B-B14F-4D97-AF65-F5344CB8AC3E}">
        <p14:creationId xmlns:p14="http://schemas.microsoft.com/office/powerpoint/2010/main" val="350483334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354112-C603-474F-B467-1F269E2B8F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vi-VN"/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ED074C5A-B50B-4F85-B8AA-D401C084BEB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70252"/>
          </a:xfrm>
        </p:spPr>
      </p:pic>
    </p:spTree>
    <p:extLst>
      <p:ext uri="{BB962C8B-B14F-4D97-AF65-F5344CB8AC3E}">
        <p14:creationId xmlns:p14="http://schemas.microsoft.com/office/powerpoint/2010/main" val="344732482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500">
        <p:random/>
      </p:transition>
    </mc:Choice>
    <mc:Fallback>
      <p:transition spd="slow">
        <p:random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</TotalTime>
  <Words>12</Words>
  <Application>Microsoft Office PowerPoint</Application>
  <PresentationFormat>Widescreen</PresentationFormat>
  <Paragraphs>1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Arial</vt:lpstr>
      <vt:lpstr>Calibri</vt:lpstr>
      <vt:lpstr>Calibri Light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Bảng 2. Những nội dung chính của sản phẩm thứ 2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ASUS</dc:creator>
  <cp:lastModifiedBy>ASUS</cp:lastModifiedBy>
  <cp:revision>3</cp:revision>
  <dcterms:created xsi:type="dcterms:W3CDTF">2026-02-06T13:35:57Z</dcterms:created>
  <dcterms:modified xsi:type="dcterms:W3CDTF">2026-02-06T13:49:55Z</dcterms:modified>
</cp:coreProperties>
</file>